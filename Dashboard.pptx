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Ride Volume Over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Booking Status Breakdown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Date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Bookings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Booking Valuue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Date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by Payment Method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by Payment Method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Date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Cancelled Rides by Customers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Cancelled Rides by Drivers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Date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Bookings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Cancelled Booking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Success Bookings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Rate of Cancelled Booking</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Date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497dbfe8-9d8f-440f-81a1-22e30fffbd81?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ad29382a7be94f81" /><Relationship Type="http://schemas.openxmlformats.org/officeDocument/2006/relationships/slideLayout" Target="/ppt/slideLayouts/slideLayout8.xml" Id="R6ac64c5db7fe4f9e" /><Relationship Type="http://schemas.openxmlformats.org/officeDocument/2006/relationships/hyperlink" Target="https://app.powerbi.com/groups/me/reports/497dbfe8-9d8f-440f-81a1-22e30fffbd81/?pbi_source=PowerPoint" TargetMode="External" Id="RelId0" /><Relationship Type="http://schemas.openxmlformats.org/officeDocument/2006/relationships/image" Target="/ppt/media/image4.png" Id="imgId151370924"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54ae4682ac78473c" /><Relationship Type="http://schemas.openxmlformats.org/officeDocument/2006/relationships/slideLayout" Target="/ppt/slideLayouts/slideLayout8.xml" Id="R42fa5252a3c4413e" /><Relationship Type="http://schemas.openxmlformats.org/officeDocument/2006/relationships/hyperlink" Target="https://app.powerbi.com/groups/me/reports/497dbfe8-9d8f-440f-81a1-22e30fffbd81/?pbi_source=PowerPoint" TargetMode="External" Id="RelId1" /><Relationship Type="http://schemas.openxmlformats.org/officeDocument/2006/relationships/image" Target="/ppt/media/image5.png" Id="imgId151370925"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4a498850c60c4093" /><Relationship Type="http://schemas.openxmlformats.org/officeDocument/2006/relationships/slideLayout" Target="/ppt/slideLayouts/slideLayout8.xml" Id="Rcdecbc58e8004810" /><Relationship Type="http://schemas.openxmlformats.org/officeDocument/2006/relationships/hyperlink" Target="https://app.powerbi.com/groups/me/reports/497dbfe8-9d8f-440f-81a1-22e30fffbd81/?pbi_source=PowerPoint" TargetMode="External" Id="RelId2" /><Relationship Type="http://schemas.openxmlformats.org/officeDocument/2006/relationships/image" Target="/ppt/media/image6.png" Id="imgId151370926"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c958662ce5474e49" /><Relationship Type="http://schemas.openxmlformats.org/officeDocument/2006/relationships/slideLayout" Target="/ppt/slideLayouts/slideLayout8.xml" Id="Rf4e15a0126ce4dc1" /><Relationship Type="http://schemas.openxmlformats.org/officeDocument/2006/relationships/hyperlink" Target="https://app.powerbi.com/groups/me/reports/497dbfe8-9d8f-440f-81a1-22e30fffbd81/?pbi_source=PowerPoint" TargetMode="External" Id="RelId3" /><Relationship Type="http://schemas.openxmlformats.org/officeDocument/2006/relationships/image" Target="/ppt/media/image7.png" Id="imgId151370927"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0f641b3697714f56" /><Relationship Type="http://schemas.openxmlformats.org/officeDocument/2006/relationships/slideLayout" Target="/ppt/slideLayouts/slideLayout8.xml" Id="Re1b8887177754faf" /><Relationship Type="http://schemas.openxmlformats.org/officeDocument/2006/relationships/hyperlink" Target="https://app.powerbi.com/groups/me/reports/497dbfe8-9d8f-440f-81a1-22e30fffbd81/?pbi_source=PowerPoint" TargetMode="External" Id="RelId4" /><Relationship Type="http://schemas.openxmlformats.org/officeDocument/2006/relationships/image" Target="/ppt/media/image8.png" Id="imgId151370928"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Dashboard</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7/12/2026 8:40:51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7/12/2026 8:34:11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actionButton ,actionButton ,Ride Volume Over Time ,Booking Status Breakdown ,Date ,Total Bookings ,Total Booking Valuue.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5137092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Overall</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actionButton ,actionButton ,cardVisual ,cardVisual ,cardVisual ,cardVisual ,cardVisual ,cardVisual ,cardVisual ,cardVisual ,cardVisual ,cardVisual ,cardVisual ,cardVisual ,cardVisual ,cardVisual ,cardVisual ,cardVisual ,cardVisual ,cardVisual ,cardVisual ,cardVisual ,cardVisual ,cardVisual ,cardVisual ,cardVisual ,cardVisual ,cardVisual ,cardVisual ,cardVisual ,Date.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5137092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Vehicle Type</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actionButton ,actionButton ,Revenue by Payment Method ,Revenue by Payment Method ,Date ,slicer ,actionButton.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5137092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Revenue</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actionButton ,actionButton ,Cancelled Rides by Customers ,Cancelled Rides by Drivers ,Date ,Total Bookings ,Cancelled Booking ,Success Bookings ,Rate of Cancelled Booking.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5137092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Cancellation</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actionButton ,actionButton ,cardVisual ,cardVisual ,cardVisual ,cardVisual ,cardVisual ,cardVisual ,cardVisual ,textbox ,textbox ,cardVisual ,cardVisual ,cardVisual ,cardVisual ,cardVisual ,cardVisual ,cardVisual ,Date.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5137092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Ratings</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